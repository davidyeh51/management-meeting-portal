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本頁結論：本簡報旨在協助管理團隊與學習者在 10 分鐘內全面掌握 8/18 與 10/13 兩場維運月會之精華決策與底層戰略邏輯。</a:t>
            </a:r>
          </a:p>
          <a:p>
            <a:r>
              <a:t>② 補充說明：維運 BU 在 2026 年提前繳出 113% 的超額營收成績，但邁向 2027 年 1.2 億目標與獨立 Spin-off 前提，必須正視整改能力與內部派工流程之結構性斷點。</a:t>
            </a:r>
          </a:p>
          <a:p>
            <a:r>
              <a:t>③ 下一頁轉場：在深入各章節細節前，我們先透過全書架構骨架圖，看清整份分析報告的整體推導邏輯。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【採用版型與風格】全景骨架：問題 ➔ 框架 ➔ 方法 ➔ 落地 ｜ McKinsey &amp; Company</a:t>
            </a:r>
          </a:p>
          <a:p>
            <a:r>
              <a:t>① 本頁結論：整份報告的邏輯骨架是由問題、框架、方法到案例與行動層層緊扣。</a:t>
            </a:r>
          </a:p>
          <a:p>
            <a:r>
              <a:t>② 補充說明：前半部用指標與共同模式診斷現狀，揭露客滿扣分與整改能力不足的深層病灶；後半部則提出專案商機、生命週期矩陣與四大優先警示，給出具體破解之道。</a:t>
            </a:r>
          </a:p>
          <a:p>
            <a:r>
              <a:t>③ 下一頁轉場：了解全書整體骨架後，我們依原文件順序，首先進入第一章：累積追蹤與歷史版本演進。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本頁結論：本章建立了會議記錄的跨期維護標準，透過動態累積追蹤表解決了責任中斷的難題。</a:t>
            </a:r>
          </a:p>
          <a:p>
            <a:r>
              <a:t>② 補充說明：過去會議紀錄各自獨立，導致人名混亂（如阿聯、李總）、承諾逾期無人察覺。整合版將 19 項任務統一列管，並當場抓出整改方案已經逾期一個月。</a:t>
            </a:r>
          </a:p>
          <a:p>
            <a:r>
              <a:t>③ 下一頁轉場：在建立追蹤基線後，第二章進入經營層面最核心的量化數據：跨會議指標演變。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｜ McKinsey &amp; Company</a:t>
            </a:r>
          </a:p>
          <a:p>
            <a:r>
              <a:t>① 本頁結論：本章分析揭示：2026 營收已超額達成 113%，但 2027 年目標下修背後蘊含深層焦慮。</a:t>
            </a:r>
          </a:p>
          <a:p>
            <a:r>
              <a:t>② 補充說明：罰鍰歸零是技術亮點，但 2027 年要從 5,786 萬衝到 1.2 億，成長幅度超過 100%。目標下修 20% 未說明原因，但恰好落在 Spin-off 估值下限。</a:t>
            </a:r>
          </a:p>
          <a:p>
            <a:r>
              <a:t>③ 下一頁轉場：數字背後究竟隱藏著哪些長期未解的問題？第三章為您剖析四大跨會議共同模式。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本頁結論：本章總結了四大跨會議共同模式：數據失真、整改缺位、技術落差與外來委外潮。</a:t>
            </a:r>
          </a:p>
          <a:p>
            <a:r>
              <a:t>② 補充說明：這些問題不是單一工程師疏失，而是治理機制的結構性漏洞。尤其是大案往外送、目標卻要向內收，構成了最鮮明的組織張力。</a:t>
            </a:r>
          </a:p>
          <a:p>
            <a:r>
              <a:t>③ 下一頁轉場：面對這些頑疾，10/13 最新月會到底做出了哪些關鍵拍板？我們進入第四章。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6：對立論法（已拍板 vs. 討論中） ｜ McKinsey &amp; Company</a:t>
            </a:r>
          </a:p>
          <a:p>
            <a:r>
              <a:t>① 本頁結論：本章清楚劃分了 10/13 月會的已拍板決策與未定案討論。</a:t>
            </a:r>
          </a:p>
          <a:p>
            <a:r>
              <a:t>② 補充說明：已拍板的重點在於工具自主化（派工變 ERP、告警分四級、保發加權）；討論中的焦點在於外部奇美定標、採購報價時效以及清掃機器人 ROI。</a:t>
            </a:r>
          </a:p>
          <a:p>
            <a:r>
              <a:t>③ 下一頁轉場：在這些決策與討論背後，隱藏著哪些專業顧問視角的深層洞察？請看第五章。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4：連鎖論法（因果鏈展開） ｜ McKinsey &amp; Company</a:t>
            </a:r>
          </a:p>
          <a:p>
            <a:r>
              <a:t>① 本頁結論：本章最關鍵的顧問洞察：客滿度扣分與派工系統停工是同一條因果鏈。</a:t>
            </a:r>
          </a:p>
          <a:p>
            <a:r>
              <a:t>② 補充說明：現場工程師技術專業度高，但客戶扣分在異常處理慢、巡檢未提前通知。這證明公司是靠技術賺錢，但要靠標準化服務流程保住客戶。另外，奇美對手達耀也是潛在合作對象，屬於競合雙面刃。</a:t>
            </a:r>
          </a:p>
          <a:p>
            <a:r>
              <a:t>③ 下一頁轉場：認清營運瓶頸後，維運 BU 在外部市場具備哪些商業機會？第六章為您展開四大專案商機。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本頁結論：本章提出了四大專案商機，並為每個商機設定了明確的 A/B 決策選項與代價。</a:t>
            </a:r>
          </a:p>
          <a:p>
            <a:r>
              <a:t>② 補充說明：友達外包潮既可單打獨鬥也可以代管合作；告警報告可內部驗證亦可直接收費；RCM 與驗收 FMEA 則連結長期毛利。這為管理層提供了清晰的決策地圖。</a:t>
            </a:r>
          </a:p>
          <a:p>
            <a:r>
              <a:t>③ 下一頁轉場：在評估未來商機的同時，我們有必要回溯 8/18 前期月會，理解這些議題的歷史淵源。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本頁結論：本章回溯 8/18 月會，點出了大案轉出南區與整改內化目標之間的根本矛盾。</a:t>
            </a:r>
          </a:p>
          <a:p>
            <a:r>
              <a:t>② 補充說明：轉出南區 5,376 萬，本 BU 只留 706 萬。厲總當場質疑清掃機器人 500KW 案場要 10 年回本，戳破了宣傳口徑。這提醒我們所有技術與專案都必須經得起嚴格的財務檢驗。</a:t>
            </a:r>
          </a:p>
          <a:p>
            <a:r>
              <a:t>③ 下一頁轉場：這些業務與技術決策，如何牽動整個公司的組織架構？第七章為您呈現上下層級連動關係。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｜ McKinsey &amp; Company</a:t>
            </a:r>
          </a:p>
          <a:p>
            <a:r>
              <a:t>① 本頁結論：本章指出維運月會向上牽動董事會五年計畫與 Spin-off，向下連動工程、採購與業務。</a:t>
            </a:r>
          </a:p>
          <a:p>
            <a:r>
              <a:t>② 補充說明：派工系統需要 IT 資源，報價時效需要採購配合，驗收失效需要工程協同，外來案需要業務提案。沒有跨部門連動，單靠維運單位無法達成 1.2 億目標。</a:t>
            </a:r>
          </a:p>
          <a:p>
            <a:r>
              <a:t>③ 下一頁轉場：綜合上述診斷，當前最危急、必須立即處置的項目是什麼？第八章聚焦四大首要處置警示。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本頁結論：本章嚴格篩選出四大 ⚠️ 優先警示：整改方案、妥善率曲線、派工 ERP、告警四級分類。</a:t>
            </a:r>
          </a:p>
          <a:p>
            <a:r>
              <a:t>② 補充說明：在 19 項任務中，這 4 項具有決定性影響。David 的整改方案關係到營收結構；Evan 關係到數據治理；Roy 與分析團隊關係到客戶滿意度與營運工具。必須指名道姓限期完成。</a:t>
            </a:r>
          </a:p>
          <a:p>
            <a:r>
              <a:t>③ 下一頁轉場：看完了逐章重點，整份文件的各個章節是如何像齒輪一樣互相咬合的？第十二章為您揭曉章節脈絡。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5：麥肯錫論法（論證層層疊加） ｜ McKinsey &amp; Company</a:t>
            </a:r>
          </a:p>
          <a:p>
            <a:r>
              <a:t>① 本頁結論：本章展現了全書論證步步疊加的脈絡：前一章的結論必然是下一章的前提。</a:t>
            </a:r>
          </a:p>
          <a:p>
            <a:r>
              <a:t>② 補充說明：從財務成果引出成長焦慮，從成長焦慮診斷出結構病灶，從病灶推導出派工 ERP 與告警分級，從內部體質改善推導出承接外部友達商機，最終收斂為責任追蹤表。邏輯無懈可擊。</a:t>
            </a:r>
          </a:p>
          <a:p>
            <a:r>
              <a:t>③ 下一頁轉場：基於這套嚴謹的論證脈絡，我們在第十三章進行全書精華總結，並提煉出立刻可以應用的一件事。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本頁結論：本章完成全書總結，並提出立刻可以應用的一件事：本週內召開派工 ERP 重整與告警日報會議。</a:t>
            </a:r>
          </a:p>
          <a:p>
            <a:r>
              <a:t>② 補充說明：總結三大精華：守住數據與整改基石、打通派工與告警閉環、爭取友達外包潮。而最迫切、最能立刻見效的一件事，就是本週由 Roy 召開會議重整派工 ERP 需求並指派告警窗口。</a:t>
            </a:r>
          </a:p>
          <a:p>
            <a:r>
              <a:t>③ 下一頁轉場：最後，在第十四章附錄中，我們為需要進一步研究的同仁提供了延伸閱讀與系統直連標註。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本頁結論：本附錄頁提供了行動追蹤表、三大關聯戰情系統以及原始逐字稿的對照索引。</a:t>
            </a:r>
          </a:p>
          <a:p>
            <a:r>
              <a:t>② 補充說明：若需要了解客滿問卷細節，可直連 CSAT 平台；若需要了解告警即時數據，可直連告警戰情平台；若需要查核對話原文，可檢索得到大腦逐字稿。</a:t>
            </a:r>
          </a:p>
          <a:p>
            <a:r>
              <a:t>③ 下一頁轉場：本份 10 分鐘麥肯錫顧問導讀簡報至此全部結束，謝謝各位主管與同仁，懇請厲總給予指導！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MCKINSEY EXECUTIVE BRIEFING  ｜  ACMEPOINT 6692  ｜  10-MIN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太陽光電維運管理月會：經營分析與決策全貌導讀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核心主張：2026 年累計營收達標 113%，但邁向 2027 年 1.2 億目標，亟需以整改能力內化、告警分級與派工 ERP 貫穿服務閉環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AC4D2"/>
                </a:solidFill>
              </a:defRPr>
            </a:pPr>
            <a:r>
              <a:t>報告對象：進金生能源管理決策團隊 ｜ 作者：維運團隊（David 彙整 ＆ 厲總主持） ｜ 麥肯錫深海藍金規範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全書架構圖  ｜  全景骨架：問題 ➔ 框架 ➔ 方法 ➔ 落地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整份分析報告以「四層推導骨架」層層疊加，形成從經營結果到組織行動的閉環體系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各部分並非獨立條列，而是以前層結論作為後層前提：經營成果 ➔ 結構病灶 ➔ 突破策略 ➔ 落地行動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架構邏輯：麥肯錫金字塔原理演繹骨架 ｜ 解決問題導向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83080"/>
            <a:ext cx="8138160" cy="73152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【核心推導目標】確立維運 BU 邁向 2027 年 1.2 億目標與 Spin-off 獨立估值 (EPS 0.5-0.8) 之必備路徑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93792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前半部：現況診斷與病灶拆解（問題 ➔ 框架）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【經營指標對比】2026 營收超標 (113%)，但 2027 目標下修 20% (1.2億)，暴露成長放緩焦慮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8504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9944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【四大共同模式】KPI 數據失真、整改能力落差、增益技術落差、外來委外潮四大結構性頑疾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5488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692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【因果鏈剖析】每日 500+ 告警未分級 ➔ 派工系統停滯 ➔ 客戶扣分 (8.6分) 的單一瓶頸鏈條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193792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後半部：商機發掘與落地處置（方法 ➔ 落地）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【四大專案商機】掌握友達外包潮、告警產品化、RCM 差異化合約、移交 FMEA 的 A/B 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0624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2063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【生命週期重塑】將痛點全面對應至驗收、監控、派工、修繕四階段麥肯錫改善矩陣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7608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904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【四大優先警示】David 整改方案、Evan 妥善率、Roy 派工 ERP、分析組四級告警限期處置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逐章重點一：歷史演進與追蹤體系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透過「單一整合檔」與動態追蹤機制，解決跨期會議紀錄零散、人名錯置與責任中斷之痛點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文件要解決的問題：會議紀錄單場碎片化，導致跨月度任務無人認領或歷史進展無法比對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資料來源：分析紀錄「維護方式與版本紀錄」 ｜ 一句話總結：以動態追蹤表建立單一真相來源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本章核心論點與問題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【解決問題】單次會議紀錄寫完即封存，容易造成「人走茶涼」、責任難以跨期溯源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【維護準則】單場寫完即為歷史快照，累積追蹤表每次同步更新，新月會在最上方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【雙軌同步】即時同步至 Claude Project 文件，維持行動表現況單一真相來源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 個最值得記住的亮點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【亮點 1：19 項累積追蹤清冊】全面收斂 8/18 與 10/13 所有待辦，精準標註 4 項 ⚠️ 優先警示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【亮點 2：統一修正人名混亂】逐字稿中若穎/羅毅統一確認為 Roy、阿聯為 Evan、李總為厲總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【亮點 3：責任中斷即刻現形】透過跨期比對，當場揪出整改方案與益網試驗連續缺席兩次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本章一句話總結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「會議紀錄的價值不在於流水帳逐字稿，而在於建立跨期不中斷的責任追蹤矩陣與數據閉環。」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奠定後續跨會議指標對比與共同模式分析的客觀資料基準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逐章重點二：核心指標演變  ｜  版型 1：一對一論法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2026 營收以 113% 超標奠定信心，但 2027 目標自 1.5 億下修至 1.2 億揭示成長轉折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本章要解決的問題：釐清維運 BU 的真實獲利成長能力，驗證其是否具備獨立 Spin-off 之財務規模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資料來源：跨會議指標表 ｜ 一句話總結：短期營收超標掩蓋了 2027 翻倍成長的巨大落差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1311554" y="4414266"/>
            <a:ext cx="699211" cy="1346454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4394" y="4066794"/>
            <a:ext cx="9735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4,650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8674" y="5833872"/>
            <a:ext cx="10649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2025 實際營收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9314" y="4276725"/>
            <a:ext cx="699211" cy="1483995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2154" y="3929253"/>
            <a:ext cx="9735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5,125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434" y="5833872"/>
            <a:ext cx="10649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2026 年度預算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7074" y="4145264"/>
            <a:ext cx="699211" cy="1615455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914" y="3797792"/>
            <a:ext cx="9735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5,579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4194" y="5833872"/>
            <a:ext cx="10649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2026 8/18 累計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4834" y="4085325"/>
            <a:ext cx="699211" cy="167539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7674" y="3737853"/>
            <a:ext cx="9735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1C2C"/>
                </a:solidFill>
              </a:defRPr>
            </a:pPr>
            <a:r>
              <a:t>5,786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1954" y="5833872"/>
            <a:ext cx="10649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2026 10/13 累計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2594" y="3328416"/>
            <a:ext cx="699211" cy="2432303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5434" y="2980944"/>
            <a:ext cx="9735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8,400 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9714" y="5833872"/>
            <a:ext cx="10649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2027 維運基線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0354" y="2286000"/>
            <a:ext cx="699211" cy="3474720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3194" y="1938528"/>
            <a:ext cx="9735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1.2 億元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7474" y="5833872"/>
            <a:ext cx="10649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2027 總目標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011680"/>
            <a:ext cx="320040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本章 3 個關鍵亮點與總結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【亮點 1：合約品質飛躍】年度結算保發考核罰鍰自去年 88 萬降至 0 元，維運品質轉化為利潤。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【亮點 2：2027 結構拍板 7:3】1.2 億目標中維運 8,400 萬提供穩定現金流，修繕 3,600 萬為超額引擎。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【亮點 3：反直覺之下修】總目標從 ≥1.5 億下修 20% 至 1.2 億，剛好吻合 Spin-off 貢獻 EPS 0.5-0.8 門檻。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【一句話總結】短期營收超額達成掩蓋了 2027 年需翻倍成長（107%）的結構性挑戰。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逐章重點三：跨會議共同模式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反覆出現的數據失真、能力真空與預估落差，證明問題出在制度機制而非單次失誤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本章要解決的問題：穿透個別會議的單點事件，歸納出制約事業發展的四大深層結構性病灶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資料來源：跨會議共同模式分析 ｜ 一句話總結：單點失誤的背後是系統性治理與能力建設的缺位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病灶一＆二：治理與能力缺位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【模式 1：KPI 數據治理失靈】8/18 妥善率排除無複核，10/13 保 PR 口頭 33 場與表列 35 場衝突，缺乏單一數據來源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【模式 2：整改能力承諾落空】2027 包含 3,600 萬修繕目標，但整改方案連續兩次缺席，大案持續轉出南區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【關鍵反思】口徑不一損害高層決策信任，能力未內化讓營收目標淪為紙上談兵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病灶三＆四：技術與市場動態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【模式 3：新技術預估嚴重落差】清掃機器人原估增益 3-5%，實測 1 個月僅約 1%，推廣決策被迫延後半年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【模式 4：外部集團外包成動能】從奇美單案擴展至友達系整批外包（達平、升進、華科），外來案成主力增量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【關鍵反思】新技術不能只靠推廣口號，必須以 6 個月嚴謹數據驗證商業模式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本章一句話總結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「如果數據口徑沒有防呆、整改能力沒有內化、新技術缺乏真實 ROI，外來案再多也難以轉化為實質利潤。」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指明了第四章月會拍板決策的核心改革方向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逐章重點四：10/13 月會核心進展  ｜  版型 6：對立論法（已拍板 vs. 討論中）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10/13 月會展現改革決心：拍板派工升格 ERP 與告警分級，但奇美定標與 RCM 仍懸而未決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本章要解決的問題：釐清當前已定案之執行護欄，與仍需高層指導之未定案議題邊界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資料來源：10/13 會議重點 ｜ 一句話總結：內部系統重構方向已定，外部競標與商業模式仍在搏弈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已拍板事項 (Firm Decisions)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仍在討論中 (Pending Discussions)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營運系統定位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派工系統定調為維運專屬 ERP，由維運自主主導、不交 IT 團隊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RCM 落地路徑未定，工程移交前是否強制進行 FMEA 失效分析仍屬提案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數據監控治理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告警嚴格實施四級分類，僅推送一二級；保發報告導入容量加權雙軌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定製化修繕報價與採購協作時效仍慢，矯正措施缺乏具體落地標準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外部市場佈局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客滿問卷剔除離群極端值，新增續約推薦題，低分戶專人電話深訪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奇美三案 10 月底定標，直面友達分拆之達耀能源，競合策略尚未定案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逐章重點五：管顧亮點洞察  ｜  版型 4：連鎖論法（因果鏈展開）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客滿扣分與派工停滯源自同一因果鏈，技術專業度高但服務流程斷點形成隱形殺手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本章要解決的問題：穿透表面客訴現象，揭露「告警過載 ➔ 派工卡關 ➔ 客戶扣分」的底層機制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資料來源：亮點洞察 ｜ 一句話總結：客戶不是不滿技術，而是不滿流程斷點與告警延誤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② 麥肯錫因果診斷鏈：從監控雜訊到客戶體驗扣分的端到端傳導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2510713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洞察 1：告警雜訊過載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每天 500+ 筆告警未分輕重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工程師被海量警報淹沒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重大異常無法第一時間識別</a:t>
            </a:r>
          </a:p>
        </p:txBody>
      </p:sp>
      <p:sp>
        <p:nvSpPr>
          <p:cNvPr id="11" name="Chevron 10"/>
          <p:cNvSpPr/>
          <p:nvPr/>
        </p:nvSpPr>
        <p:spPr>
          <a:xfrm>
            <a:off x="3470833" y="2468880"/>
            <a:ext cx="2510713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洞察 2：派工工具停滯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833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713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派工系統停工無里程碑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無法自動生成標準派工單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客製修繕報價協作脫節</a:t>
            </a:r>
          </a:p>
        </p:txBody>
      </p:sp>
      <p:sp>
        <p:nvSpPr>
          <p:cNvPr id="14" name="Chevron 13"/>
          <p:cNvSpPr/>
          <p:nvPr/>
        </p:nvSpPr>
        <p:spPr>
          <a:xfrm>
            <a:off x="6210147" y="2468880"/>
            <a:ext cx="2510713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洞察 3：服務流程斷點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現場巡檢未提前告知客戶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工程師突然到場業主措手不及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異常通報與回覆時效拖延</a:t>
            </a:r>
          </a:p>
        </p:txBody>
      </p:sp>
      <p:sp>
        <p:nvSpPr>
          <p:cNvPr id="17" name="Chevron 16"/>
          <p:cNvSpPr/>
          <p:nvPr/>
        </p:nvSpPr>
        <p:spPr>
          <a:xfrm>
            <a:off x="8949461" y="2468880"/>
            <a:ext cx="2510713" cy="77724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洞察 4：滿意度滑落 8.6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9461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2341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CSAT 扣分集中於異常監控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工程師技術滿意度依然極高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▪ 差異化勝負在服務流程非技術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逐章重點六：專案商機發掘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外部集團委外潮迎來窗口期，四大商機均具備 A/B 方案供管理層權衡取捨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本章要解決的問題：如何將內部維運能力轉化為外部營收增量，並在風險與收益間取得平衡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資料來源：商機發掘與決策選項 ｜ 一句話總結：以清晰的代價評估支撐商業決策，避免盲目冒進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商機 1：友達系外包浪潮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【核心背景】友達縮編，釋出達平、升進、華科等案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【選項 A】奇美評估經驗模組化，打標準提案包（代價：人力投入高）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【選項 B】找達耀談整批代管合作（代價：達耀定位未明，具競標資訊外洩風險）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商機 2：告警日報產品化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【核心背景】能服監控具唯一輸出多品牌統一告警優勢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【選項 A】自管案場驗證 3 個月後納入提案（代價：耗時）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【選項 B】直接作為加值服務收費（代價：誤報風險高損害商譽）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商機 3＆4：RCM 與驗收 FMEA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【商機 3：RCM 定價】A 內部降本 vs B 推出分級合約（需派工 ERP）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【商機 4：驗收 FMEA】A 自建工程強制實施 vs B 外來案體檢收費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【一句話總結】每個商業機會都附帶明確成本與風險代價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逐章重點七：歷史基準回溯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8/18 月會確立了 7:3 營收配比，但大案轉出與新技術質疑暴露戰略過渡期陣痛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本章要解決的問題：追溯「維運先接整改、再外包執行」構想與當下大案轉出南區的歷史矛盾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資料來源：8/18 維運月會分析 ｜ 一句話總結：戰略目標想把整改向內收，當下做法卻把大案向外送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本章核心論點與回溯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【解決問題】釐清 2027 年 7:3 營收配比的由來，以及整改能力建設為何成為核心前提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【核心矛盾】長期想把整改向內收，當下卻因能力不足將 5,376 萬大案轉交南區 EPC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【自留規模落差】本 BU 自留整改僅 706 萬（穩懋），轉出南區金額為自留的 7.6 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 個關鍵亮點與反思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【亮點 1：清掃機器人經濟性戳破】厲總簡單算術：500KW 案場人工洗一年 8 萬，70 萬設備需 10 年回本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【亮點 2：分成模式構想提出】厲總提議以增發電量分潤收費，降低客戶門檻但拉長回款週期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【亮點 3：妥善率排除清單漏洞】例外排除規則由團隊自行認定，缺乏稽核複核存在美化空間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本章一句話總結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「能力建設完成前先讓出市場份額，未來要拿回來的難度極高，能力內化的窗口期正在快速流失。」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印證了整改能力建設必須限期落地的急迫性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逐章重點八：組織連動架構  ｜  版型 3：結合論法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維運管理月會並非孤島，向上牽動集團資本計畫，向下連動工程、採購與業務閉環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本章要解決的問題：打破單一部門本位主義，建立跨部門協同與高層戰略對齊機制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資料來源：往上往下組織連動分析 ｜ 一句話總結：部門問題需跨處協同，戰略目標需高層拍板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83080"/>
            <a:ext cx="8138160" cy="73152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【最高戰略定調】進金生能源 2.0 公司層級 × 2.2 事業經營 資源配置整體連動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93792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往上連動（董事會與資本市場層級）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【2.2 事業經營】2027 營收目標 1.2 億直接牽動年度預算編列與資源配置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8504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9944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【1.2 五年計畫】維運 BU 獨立 Spin-off 貢獻 EPS 0.5-0.8 前提為營收 1~1.25 億，剛好吻合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5488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692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【3.4 IT 研發】派工系統定位為維運專屬 ERP，需向上爭取研發配比與里程碑拍板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193792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往下連動（跨處室營運落地層級）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【4.4 工程管理】RCM 失效分析需在工程驗收階段（PR&gt;80%）即時介入，建立交接標準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0624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2063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【4.3 資材採購】修繕報價時效過慢，需採購部門協作建立標準備品快速響應綠色通道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7608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904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【4.1 業務開發】掌握友達外包潮，需業務將奇美比較表標準化為外來案通用提案包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逐章重點九：優先處置警示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19 項行動中鎖定四大高優先警示（⚠️），明確責任窗口與交付標準以杜絕再度落空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本章要解決的問題：克服多頭待辦導致焦點發散之弊病，集中資源突破致命瓶頸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資料來源：累積行動追蹤表現況 ｜ 一句話總結：抓大放小，限期收斂攸關 2027 生死存亡的關鍵任務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⚠️ 警示一＆二：方案與指標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【⚠️ David：整改方案檢討】已逾期一個月，為 2027 修繕 3,600 萬核心前提；限期 11 月月會向厲總提報承接門檻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【⚠️ Evan：妥善率曲線與排除】仍按場數統計未見曲線；限期建立單場趨勢、容量加權與不可抗力複核機制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【交付標準】徹底消滅數據治理瑕疵，奠定對外競標公信力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⚠️ 警示三＆四：系統與監控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【⚠️ Roy：派工系統定位 ERP】PL 無回饋專案停滯；厲總指示維運自主主導、不交 IT，限期重盤需求與里程碑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【⚠️ 分析組：告警四級分類】每日 500+ 告警淹沒工程師；限期落實一二級推播，指派早晚日報專責窗口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【交付標準】打通端到端派工鏈，徹底扭轉客戶滿意度扣分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本章一句話總結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「這四項 ⚠️ 任務是維運 BU 跨入 2027 年的四大護欄，任何一項失守都將引發連鎖骨牌效應。」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構成下一步章節脈絡串聯的最底層著力點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章節脈絡：邏輯串聯圖  ｜  版型 5：麥肯錫論法（論證層層疊加）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整份報告的論證環環相扣：前一章的結論直接成為下一章的前提，層層推進至行動落地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用一頁說明各章之間的因果鏈：財務成果 ➔ 結構病灶 ➔ 系統解方 ➔ 外部商機 ➔ 落地行動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論證邏輯：麥肯錫前因後果因果矩陣 ｜ 嚴謹推導禁止無關跳躍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第一階段：財務現況</a:t>
            </a:r>
          </a:p>
        </p:txBody>
      </p:sp>
      <p:sp>
        <p:nvSpPr>
          <p:cNvPr id="8" name="Chevron 7"/>
          <p:cNvSpPr/>
          <p:nvPr/>
        </p:nvSpPr>
        <p:spPr>
          <a:xfrm>
            <a:off x="5036743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第二階段：結構病灶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第三階段：系統重塑</a:t>
            </a:r>
          </a:p>
        </p:txBody>
      </p:sp>
      <p:sp>
        <p:nvSpPr>
          <p:cNvPr id="10" name="Chevron 9"/>
          <p:cNvSpPr/>
          <p:nvPr/>
        </p:nvSpPr>
        <p:spPr>
          <a:xfrm>
            <a:off x="9440951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第四階段：商機與行動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前章推導結論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2026 營收超標 (113%)，但 2027 總目標下修 20% (1.2億)，確立 7:3 配比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6743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3903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四大共同模式揭露：KPI 數據失真、整改能力未內化、新技術實測落差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洞察揭露告警過載與派工停工為客滿扣分主因；派工定調為維運 ERP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0951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8111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友達集團釋出外包潮，外部大案成為 2027 營收翻倍的最關鍵增量來源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轉化為下章前提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➔ 作為第二階段診斷的前提：為何翻倍成長會伴隨下修與焦慮？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6743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3903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➔ 作為第三階段系統改革的前提：必須從工具（ERP）與流程徹底根治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6007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➔ 作為第四階段外部擴張的前提：內部流程穩固後才能承接外來大案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0951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111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➔ 最終收斂為四大 ⚠️ 優先警示與 19 項責任清冊，完成閉環！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全書總結與落地行動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全書精華濃縮為三大核心戰略支柱，並明確定調「讀完後可立刻應用的一件事」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將萬字分析化為高度凝聚的管理原則，並以具體行動引領組織即刻啟動變革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資料來源：全案精華提煉 ｜ 麥肯錫顧問落地行動指引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精華重點一：守住財務與數據基石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【113% 超標的啟示】保發罰鍰歸零證明運維品質可變現，但 1.2 億目標要求營收翻倍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【數據治理不可妥協】徹底消滅案場口徑衝突，落實容量加權與不可抗力複核機制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【整改能力必須內化】終止大案全數外流現況，守住 3,600 萬修繕目標與毛利率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精華重點二：打通端到端服務閉環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【派工系統定位 ERP】維運團隊自主掌舵，重新訂定里程碑，不交由 IT 被動決定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【四級告警過濾雜訊】僅推播緊急告警，每日出具早晚日報，確保異常處置時效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【消除現場服務斷點】巡檢落實事前預約通知，以卓越服務流程保護高分技術口碑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立刻應用的一件事 (Immediate Action)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【立即行動】本週內召開「派工 ERP 需求重整與四級告警日報啟動會議」！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【具體作為】由 Roy (PM) 擔任召集人，維運主管拍板第一期功能清單；分析組指派早晚報窗口；雙軌發布消滅客滿扣分因果鏈！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附錄：延伸研讀與系統標註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為進一步深挖實務細節，提供完整行動檢索、關聯戰情中樞與原始檔案對照索引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供董總高層、各處主管與專案團隊調閱底層佐證數據與即時監控系統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資料來源：附錄延伸索引 ｜ 進金生能源 6692 管理會議記錄知識庫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一、19 項行動追蹤矩陣索引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【累積追蹤表現況】更新至 2026-10-13，包含 19 項任務狀態與責任人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【線上即時檢索】於門戶網站按下 Ctrl+K，可依負責人（David, Evan, Roy, Mina）快速篩選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【優先追蹤】標註 ⚠️ 之 4 大高風險項目已於第 11 頁逐一列管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二、三大直連關聯戰情中樞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【CSAT 2025 平台】davidyeh51.github.io/acmepoint-csat-2025/（52份問卷雙軌圖表）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【運維告警戰情室】davidyeh51.github.io/acmepoint-alarm-platform/（全台 86+ 電廠整點快照）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【8D 異常診斷門戶】davidyeh51.github.io/solar-8d-portal/（UNSW 同儕比對與年化損益）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三、原始逐字稿與檔案對照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【10/13 月會】20261013_維運月會 ft 厲總-得到大腦逐字稿 (8.7 萬字)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【08/18 月會】20260818_維運管理月會-得到大腦 ＆ 追加筆記 (7.9 萬字)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【本機筆記】Obsidian 2.2.4 管理會議/(月)1330-1430_維運管理月會/維運管理月會_分析紀錄.md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